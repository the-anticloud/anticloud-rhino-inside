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17 Tisax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2026-10-02T09:25:56.807788Z | Framework ID: 17_TISAX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VDA ISA 6.0.2 (2023), ENX TISAX AL2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Information security, prototype protection, data protection at AL2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AL2: 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Relevant for automotive supply chain use cases; AES-256-GCM and Zero Trust cover core controls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fb37b916f1c317c6bd48a882887182d36c4de5ac973a102bb28df61ac0e1c29a</a:t>
            </a:r>
          </a:p>
          <a:p>
            <a:r>
              <a:rPr sz="1000">
                <a:solidFill>
                  <a:srgbClr val="222222"/>
                </a:solidFill>
              </a:rPr>
              <a:t>  SHA3-256 (chain) | b9b7ef67850b532eefaf84fc07ce0cf0ea24942b262d5ef50dfea74314a08328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2026-10-02T09:25:56.807788Z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