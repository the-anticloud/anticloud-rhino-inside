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2026-10-02T09:25:55.764250Z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200462e80d828344c64398e9d62da1fc22d6d210efe2e7b96ab9c4c9274e4abc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2026-10-02T09:25:55.764250Z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