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05 Owasp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Company: Anticloud FZ LLE | Standard: OWASP Top 10 2021</a:t>
            </a:r>
          </a:p>
          <a:p>
            <a:r>
              <a:rPr sz="1000">
                <a:solidFill>
                  <a:srgbClr val="222222"/>
                </a:solidFill>
              </a:rPr>
              <a:t>  # | Category | Mitigation | Status</a:t>
            </a:r>
          </a:p>
          <a:p>
            <a:r>
              <a:rPr sz="1000">
                <a:solidFill>
                  <a:srgbClr val="222222"/>
                </a:solidFill>
              </a:rPr>
              <a:t>  A01 | Broken Access Control | Zero-trust mTLS: every call authenticated | PASS</a:t>
            </a:r>
          </a:p>
          <a:p>
            <a:r>
              <a:rPr sz="1000">
                <a:solidFill>
                  <a:srgbClr val="222222"/>
                </a:solidFill>
              </a:rPr>
              <a:t>  A02 | Cryptographic Failures | AES-256-GCM at rest, TLS 1.3 in transit | PASS</a:t>
            </a:r>
          </a:p>
          <a:p>
            <a:r>
              <a:rPr sz="1000">
                <a:solidFill>
                  <a:srgbClr val="222222"/>
                </a:solidFill>
              </a:rPr>
              <a:t>  A03 | Injection | Parameterized queries, no shell exec from user input | PASS</a:t>
            </a:r>
          </a:p>
          <a:p>
            <a:r>
              <a:rPr sz="1000">
                <a:solidFill>
                  <a:srgbClr val="222222"/>
                </a:solidFill>
              </a:rPr>
              <a:t>  A04 | Insecure Design | Threat model documented, offline-first by design | PASS</a:t>
            </a:r>
          </a:p>
          <a:p>
            <a:r>
              <a:rPr sz="1000">
                <a:solidFill>
                  <a:srgbClr val="222222"/>
                </a:solidFill>
              </a:rPr>
              <a:t>  A05 | Security Misconfiguration | Single binary: no misconfigurable cloud console | PASS</a:t>
            </a:r>
          </a:p>
          <a:p>
            <a:r>
              <a:rPr sz="1000">
                <a:solidFill>
                  <a:srgbClr val="222222"/>
                </a:solidFill>
              </a:rPr>
              <a:t>  A06 | Vulnerable Components | SBOM embedded, deterministic builds, pinned deps | PASS</a:t>
            </a:r>
          </a:p>
          <a:p>
            <a:r>
              <a:rPr sz="1000">
                <a:solidFill>
                  <a:srgbClr val="222222"/>
                </a:solidFill>
              </a:rPr>
              <a:t>  A07 | Auth &amp; Session Failures | mTLS short-lived certs, no session tokens | PASS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Additional: LLM Top 10 (OWASP LLM01-LLM10 2025)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# | Category | Mitigation | Status</a:t>
            </a:r>
          </a:p>
          <a:p>
            <a:r>
              <a:rPr sz="1000">
                <a:solidFill>
                  <a:srgbClr val="222222"/>
                </a:solidFill>
              </a:rPr>
              <a:t>  LLM01 | Prompt Injection | Input sanitization + output validation | PASS</a:t>
            </a:r>
          </a:p>
          <a:p>
            <a:r>
              <a:rPr sz="1000">
                <a:solidFill>
                  <a:srgbClr val="222222"/>
                </a:solidFill>
              </a:rPr>
              <a:t>  LLM02 | Insecure Output Handling | Structured output validator, schema enforcement | PASS</a:t>
            </a:r>
          </a:p>
          <a:p>
            <a:r>
              <a:rPr sz="1000">
                <a:solidFill>
                  <a:srgbClr val="222222"/>
                </a:solidFill>
              </a:rPr>
              <a:t>  LLM03 | Training Data Poisoning | Model weights verified via hash, not retrained online | PASS</a:t>
            </a:r>
          </a:p>
          <a:p>
            <a:r>
              <a:rPr sz="1000">
                <a:solidFill>
                  <a:srgbClr val="222222"/>
                </a:solidFill>
              </a:rPr>
              <a:t>  LLM04 | Model Denial of Service | Token budget enforced, request queuing | PASS</a:t>
            </a:r>
          </a:p>
          <a:p>
            <a:r>
              <a:rPr sz="1000">
                <a:solidFill>
                  <a:srgbClr val="222222"/>
                </a:solidFill>
              </a:rPr>
              <a:t>  LLM05 | Supply Chain Vulnerabilities | SBOM, deterministic build, pinned GGUF hash | PASS</a:t>
            </a:r>
          </a:p>
          <a:p>
            <a:r>
              <a:rPr sz="1000">
                <a:solidFill>
                  <a:srgbClr val="222222"/>
                </a:solidFill>
              </a:rPr>
              <a:t>  LLM06 | Sensitive Info Disclosure | Sovereign Memory encrypted, no plaintext logs of prompts | PASS</a:t>
            </a:r>
          </a:p>
          <a:p>
            <a:r>
              <a:rPr sz="1000">
                <a:solidFill>
                  <a:srgbClr val="222222"/>
                </a:solidFill>
              </a:rPr>
              <a:t>  LLM07 | Insecure Plugin Design | No plugins; all tools compiled into single binary | PASS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