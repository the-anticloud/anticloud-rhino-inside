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2026-10-02T09:25:55.221184Z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ba0a5fe9c010e71d62f9018ac4f4a1675cde0dd65a8866b129acf5b653540c6b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2026-10-02T09:25:55.221184Z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