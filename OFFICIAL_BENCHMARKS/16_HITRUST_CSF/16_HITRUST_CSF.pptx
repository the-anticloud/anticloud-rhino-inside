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2026-10-02T09:25:56.603267Z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27c3dc9b3996e87090ec397884059ffa2e5d49983dea12ca53a99b634b164423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2026-10-02T09:25:56.603267Z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