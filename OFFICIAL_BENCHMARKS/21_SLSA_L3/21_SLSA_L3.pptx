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2026-10-02T09:25:57.723181Z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dda90988cf4dbe6430db88e9e86f321e00b461d46dfe4f7f981eabb789d80a0f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2026-10-02T09:25:57.723181Z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